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4451"/>
    <a:srgbClr val="893646"/>
    <a:srgbClr val="591B26"/>
    <a:srgbClr val="F9F6F3"/>
    <a:srgbClr val="F6F2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16C8E-AF11-4EDF-AD4A-38AF5DE103A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7CC3F2-6669-410D-8365-116A0F29D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46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7CC3F2-6669-410D-8365-116A0F29D63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617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115F-C0BC-4697-9D81-72AB40E105E0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9781-98CF-4C6C-AB67-2E3C7A00C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34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115F-C0BC-4697-9D81-72AB40E105E0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9781-98CF-4C6C-AB67-2E3C7A00C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508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115F-C0BC-4697-9D81-72AB40E105E0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9781-98CF-4C6C-AB67-2E3C7A00C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62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115F-C0BC-4697-9D81-72AB40E105E0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9781-98CF-4C6C-AB67-2E3C7A00C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54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115F-C0BC-4697-9D81-72AB40E105E0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9781-98CF-4C6C-AB67-2E3C7A00C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393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115F-C0BC-4697-9D81-72AB40E105E0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9781-98CF-4C6C-AB67-2E3C7A00C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933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115F-C0BC-4697-9D81-72AB40E105E0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9781-98CF-4C6C-AB67-2E3C7A00C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7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115F-C0BC-4697-9D81-72AB40E105E0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9781-98CF-4C6C-AB67-2E3C7A00C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687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115F-C0BC-4697-9D81-72AB40E105E0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9781-98CF-4C6C-AB67-2E3C7A00C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17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115F-C0BC-4697-9D81-72AB40E105E0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9781-98CF-4C6C-AB67-2E3C7A00C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071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115F-C0BC-4697-9D81-72AB40E105E0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9781-98CF-4C6C-AB67-2E3C7A00C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538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B115F-C0BC-4697-9D81-72AB40E105E0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AE9781-98CF-4C6C-AB67-2E3C7A00C5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14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31304" y="2358887"/>
            <a:ext cx="11502887" cy="2570922"/>
          </a:xfrm>
          <a:prstGeom prst="roundRect">
            <a:avLst>
              <a:gd name="adj" fmla="val 1203"/>
            </a:avLst>
          </a:prstGeom>
          <a:solidFill>
            <a:srgbClr val="F6F2ED"/>
          </a:solidFill>
          <a:ln>
            <a:solidFill>
              <a:srgbClr val="8D44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1113183" y="1205948"/>
            <a:ext cx="1338469" cy="901148"/>
          </a:xfrm>
          <a:prstGeom prst="rect">
            <a:avLst/>
          </a:prstGeom>
          <a:solidFill>
            <a:srgbClr val="F9F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4035288" y="1205948"/>
            <a:ext cx="1338469" cy="901148"/>
          </a:xfrm>
          <a:prstGeom prst="rect">
            <a:avLst/>
          </a:prstGeom>
          <a:solidFill>
            <a:srgbClr val="F9F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6957393" y="1205948"/>
            <a:ext cx="1338469" cy="901148"/>
          </a:xfrm>
          <a:prstGeom prst="rect">
            <a:avLst/>
          </a:prstGeom>
          <a:solidFill>
            <a:srgbClr val="F9F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9879498" y="1205948"/>
            <a:ext cx="1338469" cy="901148"/>
          </a:xfrm>
          <a:prstGeom prst="rect">
            <a:avLst/>
          </a:prstGeom>
          <a:solidFill>
            <a:srgbClr val="F9F6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1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3</cp:revision>
  <dcterms:created xsi:type="dcterms:W3CDTF">2026-09-26T06:04:23Z</dcterms:created>
  <dcterms:modified xsi:type="dcterms:W3CDTF">2026-09-26T06:51:45Z</dcterms:modified>
</cp:coreProperties>
</file>