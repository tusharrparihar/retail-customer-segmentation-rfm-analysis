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010"/>
    <a:srgbClr val="FAF8F3"/>
    <a:srgbClr val="FBF9F4"/>
    <a:srgbClr val="F9F7F0"/>
    <a:srgbClr val="F5F3EC"/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0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10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79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60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56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06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4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16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88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00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1D425-0686-4442-B299-D9F54BD2A0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EDD7C-4A5D-4049-B05E-C3C6632B7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20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" t="731" r="1116" b="12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83026" y="106017"/>
            <a:ext cx="3299791" cy="662609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9528313" y="145773"/>
            <a:ext cx="583095" cy="225287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9568069" y="463825"/>
            <a:ext cx="1338470" cy="11927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531165" y="1046922"/>
            <a:ext cx="967409" cy="874643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115339" y="1046922"/>
            <a:ext cx="1192696" cy="874643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871791" y="1046922"/>
            <a:ext cx="1258957" cy="874643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548730" y="1046922"/>
            <a:ext cx="1099931" cy="874643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683026" y="2252870"/>
            <a:ext cx="6294783" cy="258417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95861" y="2252870"/>
            <a:ext cx="3737113" cy="258417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683026" y="5088835"/>
            <a:ext cx="5287617" cy="160351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195930" y="5088835"/>
            <a:ext cx="4837044" cy="160351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0" y="768626"/>
            <a:ext cx="1444487" cy="2776330"/>
          </a:xfrm>
          <a:prstGeom prst="rect">
            <a:avLst/>
          </a:prstGeom>
          <a:solidFill>
            <a:srgbClr val="1810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" name="Group 15"/>
          <p:cNvGrpSpPr/>
          <p:nvPr/>
        </p:nvGrpSpPr>
        <p:grpSpPr>
          <a:xfrm>
            <a:off x="71864" y="1135987"/>
            <a:ext cx="288000" cy="1956339"/>
            <a:chOff x="71864" y="1135987"/>
            <a:chExt cx="288000" cy="1956339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71864" y="1658325"/>
              <a:ext cx="288000" cy="28800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71864" y="1135987"/>
              <a:ext cx="288000" cy="28800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71864" y="2221837"/>
              <a:ext cx="288000" cy="28800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71864" y="2804326"/>
              <a:ext cx="288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67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2026-09-29T06:00:35Z</dcterms:created>
  <dcterms:modified xsi:type="dcterms:W3CDTF">2026-09-29T06:03:39Z</dcterms:modified>
</cp:coreProperties>
</file>