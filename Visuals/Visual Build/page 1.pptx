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114"/>
    <a:srgbClr val="FAF7F3"/>
    <a:srgbClr val="F9F8F3"/>
    <a:srgbClr val="F9F6F0"/>
    <a:srgbClr val="F9F7F3"/>
    <a:srgbClr val="F8F5EE"/>
    <a:srgbClr val="1F1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75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86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24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9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69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83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7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23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1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FE50A-68CC-4B0D-8FA4-889BE6E8732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770D1-4432-4433-B8C7-1EE5484C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2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431235" y="119270"/>
            <a:ext cx="4015408" cy="6096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9776460" y="190500"/>
            <a:ext cx="670560" cy="1676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833610" y="424070"/>
            <a:ext cx="1226820" cy="12457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2143125" y="1009650"/>
            <a:ext cx="1200150" cy="1000125"/>
          </a:xfrm>
          <a:prstGeom prst="rect">
            <a:avLst/>
          </a:prstGeom>
          <a:solidFill>
            <a:srgbClr val="F9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4838700" y="1009650"/>
            <a:ext cx="1028700" cy="1000125"/>
          </a:xfrm>
          <a:prstGeom prst="rect">
            <a:avLst/>
          </a:prstGeom>
          <a:solidFill>
            <a:srgbClr val="F9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429500" y="1009650"/>
            <a:ext cx="1171575" cy="923925"/>
          </a:xfrm>
          <a:prstGeom prst="rect">
            <a:avLst/>
          </a:prstGeom>
          <a:solidFill>
            <a:srgbClr val="F9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229850" y="1009650"/>
            <a:ext cx="1076325" cy="828675"/>
          </a:xfrm>
          <a:prstGeom prst="rect">
            <a:avLst/>
          </a:prstGeom>
          <a:solidFill>
            <a:srgbClr val="F9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514475" y="2524125"/>
            <a:ext cx="3390900" cy="195262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5095875" y="2524125"/>
            <a:ext cx="3143250" cy="195262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1838325" y="2266950"/>
            <a:ext cx="3000375" cy="25717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5372100" y="2266950"/>
            <a:ext cx="2867025" cy="25717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514475" y="4981575"/>
            <a:ext cx="6648450" cy="162877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1838325" y="4724400"/>
            <a:ext cx="1962150" cy="25717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8467725" y="2524125"/>
            <a:ext cx="3505200" cy="3000375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8829675" y="2266950"/>
            <a:ext cx="3143250" cy="257175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0" y="1009650"/>
            <a:ext cx="1276350" cy="2000250"/>
          </a:xfrm>
          <a:prstGeom prst="rect">
            <a:avLst/>
          </a:prstGeom>
          <a:solidFill>
            <a:srgbClr val="1E11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71864" y="1135987"/>
            <a:ext cx="288000" cy="1956339"/>
            <a:chOff x="71864" y="1135987"/>
            <a:chExt cx="288000" cy="1956339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71864" y="1658325"/>
              <a:ext cx="288000" cy="288000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71864" y="1135987"/>
              <a:ext cx="288000" cy="288000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71864" y="2221837"/>
              <a:ext cx="288000" cy="288000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71864" y="2804326"/>
              <a:ext cx="288000" cy="288000"/>
            </a:xfrm>
            <a:prstGeom prst="rect">
              <a:avLst/>
            </a:prstGeom>
          </p:spPr>
        </p:pic>
      </p:grpSp>
      <p:sp>
        <p:nvSpPr>
          <p:cNvPr id="39" name="Rectangle 38"/>
          <p:cNvSpPr/>
          <p:nvPr/>
        </p:nvSpPr>
        <p:spPr>
          <a:xfrm>
            <a:off x="215864" y="486355"/>
            <a:ext cx="870814" cy="375036"/>
          </a:xfrm>
          <a:prstGeom prst="rect">
            <a:avLst/>
          </a:prstGeom>
          <a:solidFill>
            <a:srgbClr val="1E11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5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2026-09-28T06:16:17Z</dcterms:created>
  <dcterms:modified xsi:type="dcterms:W3CDTF">2026-09-29T02:27:15Z</dcterms:modified>
</cp:coreProperties>
</file>