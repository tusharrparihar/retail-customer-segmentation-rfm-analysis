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7F1"/>
    <a:srgbClr val="F7F5F0"/>
    <a:srgbClr val="F9F7F2"/>
    <a:srgbClr val="191111"/>
    <a:srgbClr val="FAF8F3"/>
    <a:srgbClr val="FBF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84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94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01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385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88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9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73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740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30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335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404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10BAD-BADE-4FAF-99C5-98C06705958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543B6-7718-47B1-A2F9-13A3E028A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4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" t="1066" r="1141" b="42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31165" y="980661"/>
            <a:ext cx="1126435" cy="861391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155096" y="980661"/>
            <a:ext cx="1205947" cy="861391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7726017" y="980661"/>
            <a:ext cx="1470992" cy="861391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389704" y="980661"/>
            <a:ext cx="1364974" cy="861391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789043" y="2067339"/>
            <a:ext cx="5380383" cy="1683026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513983" y="2067339"/>
            <a:ext cx="4359965" cy="1683026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789043" y="3909392"/>
            <a:ext cx="4876800" cy="133847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050157" y="3909392"/>
            <a:ext cx="4929808" cy="133847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789043" y="5406887"/>
            <a:ext cx="10190922" cy="133847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0" y="1113183"/>
            <a:ext cx="1524000" cy="1921565"/>
          </a:xfrm>
          <a:prstGeom prst="rect">
            <a:avLst/>
          </a:prstGeom>
          <a:solidFill>
            <a:srgbClr val="19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45774" y="636103"/>
            <a:ext cx="1126435" cy="344557"/>
          </a:xfrm>
          <a:prstGeom prst="rect">
            <a:avLst/>
          </a:prstGeom>
          <a:solidFill>
            <a:srgbClr val="19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9509760" y="137160"/>
            <a:ext cx="754380" cy="19812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9585960" y="388620"/>
            <a:ext cx="1424940" cy="1143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696278" y="137160"/>
            <a:ext cx="3790122" cy="591710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" name="Group 18"/>
          <p:cNvGrpSpPr/>
          <p:nvPr/>
        </p:nvGrpSpPr>
        <p:grpSpPr>
          <a:xfrm>
            <a:off x="71864" y="1135987"/>
            <a:ext cx="288000" cy="1956339"/>
            <a:chOff x="71864" y="1135987"/>
            <a:chExt cx="288000" cy="1956339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>
              <a:off x="71864" y="1658325"/>
              <a:ext cx="288000" cy="28800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71864" y="1135987"/>
              <a:ext cx="288000" cy="28800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>
              <a:off x="71864" y="2221837"/>
              <a:ext cx="288000" cy="28800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>
              <a:off x="71864" y="2804326"/>
              <a:ext cx="288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1094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2026-09-29T02:24:53Z</dcterms:created>
  <dcterms:modified xsi:type="dcterms:W3CDTF">2026-09-29T02:26:38Z</dcterms:modified>
</cp:coreProperties>
</file>